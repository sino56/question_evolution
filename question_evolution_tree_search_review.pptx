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960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600200"/>
            <a:ext cx="7635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项目代码结构与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树搜索优化机制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749808" y="3337560"/>
            <a:ext cx="7269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面向后续汇报绘图的简约结构版：代码模块、搜索树、横向分支、纵向算子叠加与效率优化。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052560" y="141732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核心结论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受路由约束的有限树搜索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而非标准 MCTS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052560" y="3246120"/>
            <a:ext cx="23317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默认模式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multi_operator_branch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窗口=1，支持灰度到 3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5120640"/>
            <a:ext cx="3840480" cy="310896"/>
          </a:xfrm>
          <a:prstGeom prst="roundRect">
            <a:avLst>
              <a:gd name="adj" fmla="val 35294"/>
            </a:avLst>
          </a:prstGeom>
          <a:solidFill>
            <a:srgbClr val="EEF1F5"/>
          </a:solidFill>
          <a:ln>
            <a:solidFill>
              <a:srgbClr val="EEF1F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repo: sino56/Question_Evolution · branch: main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代码结构：六层协作，而不是单一脚本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编排层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run_loop.sh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run_loop.ps1</a:t>
            </a:r>
            <a:endParaRPr lang="en-US" sz="1230" dirty="0"/>
          </a:p>
        </p:txBody>
      </p:sp>
      <p:sp>
        <p:nvSpPr>
          <p:cNvPr id="5" name="Text 3"/>
          <p:cNvSpPr/>
          <p:nvPr/>
        </p:nvSpPr>
        <p:spPr>
          <a:xfrm>
            <a:off x="20391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146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诊断与路由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profile_samples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operator_router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38679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横向搜索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search_coordinator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multi_operator_search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6967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纵向搜索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vertical_search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vertical_operator_search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5255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010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分支闭环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question_evolution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scoring / rubric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93543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29800" y="1508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状态与恢复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branch_artifacts</a:t>
            </a:r>
            <a:endParaRPr lang="en-US" sz="1230" dirty="0"/>
          </a:p>
          <a:p>
            <a:pPr algn="ctr" indent="0" marL="0">
              <a:buNone/>
            </a:pPr>
            <a:r>
              <a:rPr lang="en-US" sz="123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vertical_artifacts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1060704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主流程由 run_loop 编排。搜索前先做基线评分、画像与进化准入，再由 Router 收缩算子空间。横向搜索负责一个父题下的兄弟分支；纵向搜索只把“降分节点”重新画像、重新路由后继续扩展。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0120" y="3977640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240280" y="3986784"/>
            <a:ext cx="8412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已完成准入的题目、参考答案、Rubric、弱模型基线得分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960120" y="454456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FF5DB"/>
          </a:solidFill>
          <a:ln>
            <a:solidFill>
              <a:srgbClr val="FFF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核心过程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40280" y="4553712"/>
            <a:ext cx="8412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题目进化 → 多层门禁 → 参考答案/Rubric 重建 → 弱模型评分 → 父子比较</a:t>
            </a:r>
            <a:endParaRPr lang="en-US" sz="1620" dirty="0"/>
          </a:p>
        </p:txBody>
      </p:sp>
      <p:sp>
        <p:nvSpPr>
          <p:cNvPr id="20" name="Text 18"/>
          <p:cNvSpPr/>
          <p:nvPr/>
        </p:nvSpPr>
        <p:spPr>
          <a:xfrm>
            <a:off x="960120" y="511149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EAF8F1"/>
          </a:solidFill>
          <a:ln>
            <a:solidFill>
              <a:srgbClr val="EAF8F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240280" y="5120640"/>
            <a:ext cx="8412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边界候选、算子路径、完整评测证据、Memory 反馈</a:t>
            </a:r>
            <a:endParaRPr lang="en-US" sz="1620" dirty="0"/>
          </a:p>
        </p:txBody>
      </p:sp>
      <p:sp>
        <p:nvSpPr>
          <p:cNvPr id="22" name="Text 20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OBJECT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搜索树对象：节点、边、Frontier 与路径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原始题 + 基线 score_rate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88920" y="2148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20440" y="18745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完成闭环后的新题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32120" y="2148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 Δedge &lt; 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0" y="18745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Frontier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可继续扩展的降分节点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98280" y="21488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921240" y="18745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叠加边界或普通终态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3337560"/>
            <a:ext cx="4754880" cy="50292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Δedge = child_score_rate − parent_score_rate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89320" y="3246120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&lt; 0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boundary_candidate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01000" y="32461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EF1F5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= 0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no_score_change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921240" y="32461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DECEC"/>
          </a:solidFill>
          <a:ln w="12700">
            <a:solidFill>
              <a:srgbClr val="F6C2C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&gt; 0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score_increased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103327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节点只在完成生成、门禁、参考答案、Rubric、弱模型回答和 Judge 评分后成立。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边表示“对父题应用一个进化算子”，兄弟节点之间不互相比较。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有序路径区分 O10→O15 与 O15→O10，便于分析算子组合效果。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ROUTING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搜索空间构造：先收缩算子，再展开分支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389888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样本画像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sample_profile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虚高诊断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overscore_diagnosis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999232"/>
            <a:ext cx="1600200" cy="621792"/>
          </a:xfrm>
          <a:prstGeom prst="roundRect">
            <a:avLst>
              <a:gd name="adj" fmla="val 11765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 / 失败经验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971800" y="2029968"/>
            <a:ext cx="19659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规则路由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Primary / Backup / Avoid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95728" y="22677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22677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0" y="18745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Hybrid LLM Router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结构化选择候选算子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18120" y="226771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18745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selected_operator_ids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冻结为本轮搜索空间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886200"/>
            <a:ext cx="3291840" cy="310896"/>
          </a:xfrm>
          <a:prstGeom prst="roundRect">
            <a:avLst>
              <a:gd name="adj" fmla="val 35294"/>
            </a:avLst>
          </a:prstGeom>
          <a:solidFill>
            <a:srgbClr val="FDECEC"/>
          </a:solidFill>
          <a:ln>
            <a:solidFill>
              <a:srgbClr val="FDEC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搜索空间不是 O10—O33 全枚举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389120"/>
            <a:ext cx="9875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只有通过 Router、注册表、启用状态、avoid 约束和运行时资格校验的算子，才会进入 operator_plan。未被选中的注册算子不会创建分支，也不会消耗模型调用。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29000" y="5394960"/>
            <a:ext cx="50292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FD7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operator_plan = selected_operator_ids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HORIZONTAL SEARCH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横向多算子搜索：一个父题，多条兄弟分支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4920" y="1417320"/>
            <a:ext cx="1874520" cy="749808"/>
          </a:xfrm>
          <a:prstGeom prst="roundRect">
            <a:avLst>
              <a:gd name="adj" fmla="val 9756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Parent Node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当前父题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17320" y="2743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O10 分支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+ 评分闭环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709160" y="2743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O15 分支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+ 评分闭环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01000" y="2743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O17 分支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+ 评分闭环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6052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↙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669280" y="23042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08660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↘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17320" y="40690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boundary_candidate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&lt; parent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40690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EEF1F5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no_score_change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= parent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01000" y="40690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12700">
            <a:solidFill>
              <a:srgbClr val="F6C2C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score_increased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child &gt; parent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394960"/>
            <a:ext cx="9738360" cy="45720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dispatch_count = min(剩余边界名额, 窗口空位, 待处理算子数)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3000" y="5925312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重点：兄弟分支都与同一个父题比较；branch_window 控制同一父题同时在途的算子数量，默认 1，灰度可设为 3。</a:t>
            </a:r>
            <a:endParaRPr lang="en-US" sz="157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BRANCH CLOSURE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单条分支闭环：不是生成题目后立即计数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算子生成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question_evolution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2167128" y="21396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51460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质量门禁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复杂度 / 事实 / 难度收益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4041648" y="21396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候选选优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candidate_selection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5916168" y="21396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6364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参考答案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collect_answers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7790688" y="21396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Rubric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gen_rubric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9665208" y="213969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12680" y="1874520"/>
            <a:ext cx="1508760" cy="841248"/>
          </a:xfrm>
          <a:prstGeom prst="roundRect">
            <a:avLst>
              <a:gd name="adj" fmla="val 8696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弱模型评分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scoring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4297680" y="3337560"/>
            <a:ext cx="3291840" cy="713232"/>
          </a:xfrm>
          <a:prstGeom prst="roundRect">
            <a:avLst>
              <a:gd name="adj" fmla="val 10256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父子分数比较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= child − parent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526280"/>
            <a:ext cx="1024128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门禁失败、重复耗尽、not_applicable 或运行错误，都会让当前分支提前终止。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通过门禁后必须重新生成参考答案与 Rubric，避免新题沿用旧评分口径。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在线搜索只依赖 Qwen 决策评分；GPT 实验评测可异步补齐。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VERTICAL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纵向算子叠加：只扩展降分 Frontier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417320" cy="685800"/>
          </a:xfrm>
          <a:prstGeom prst="roundRect">
            <a:avLst>
              <a:gd name="adj" fmla="val 10667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Root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77440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8288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降分节点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83480" y="17830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重新画像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重新路由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828800"/>
            <a:ext cx="1874520" cy="685800"/>
          </a:xfrm>
          <a:prstGeom prst="roundRect">
            <a:avLst>
              <a:gd name="adj" fmla="val 10667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新算子计划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selected_operator_ids′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98280" y="1828800"/>
            <a:ext cx="1965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叠加结果，停止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3063240"/>
            <a:ext cx="1691640" cy="594360"/>
          </a:xfrm>
          <a:prstGeom prst="roundRect">
            <a:avLst>
              <a:gd name="adj" fmla="val 12308"/>
            </a:avLst>
          </a:prstGeom>
          <a:solidFill>
            <a:srgbClr val="EEF1F5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 Frontier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1821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分数不变 / 上升 / 校验失败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178040" y="2990088"/>
            <a:ext cx="1691640" cy="713232"/>
          </a:xfrm>
          <a:prstGeom prst="roundRect">
            <a:avLst>
              <a:gd name="adj" fmla="val 10256"/>
            </a:avLst>
          </a:prstGeom>
          <a:solidFill>
            <a:srgbClr val="FDECEC"/>
          </a:solidFill>
          <a:ln w="12700">
            <a:solidFill>
              <a:srgbClr val="F6C2C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直接停止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不进入第二层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103327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纵向搜索不是无限展开。当前第一阶段最多连续作用两个算子：Root → O1 → O2。Depth 3 节点只记录结果，永不继续扩展。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102870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BFEB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条件：通过门禁 + 完整评分 + child_score_rate &lt; direct_parent_score_rate</a:t>
            </a:r>
            <a:endParaRPr lang="en-US" sz="1630" dirty="0"/>
          </a:p>
        </p:txBody>
      </p:sp>
      <p:sp>
        <p:nvSpPr>
          <p:cNvPr id="16" name="Text 14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PRUNING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剪枝与终止：用配额、深度和预算控制搜索树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深度限制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764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max_depth = 3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最多两个连续算子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单算子边界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999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2 最多 5 个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叠加边界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142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Depth 3 最多 5 个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总硬上限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2852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最多 10 个边界候选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可继续搜索？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60520" y="25603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Δedge &lt; 0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6583680" y="256032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未达到深度上限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4160520" y="34290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未达到层级配额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6583680" y="342900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未触发预算保护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4160520" y="4297680"/>
            <a:ext cx="20116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未重复 / 未校验失败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6720840" y="5166360"/>
            <a:ext cx="2788920" cy="640080"/>
          </a:xfrm>
          <a:prstGeom prst="roundRect">
            <a:avLst>
              <a:gd name="adj" fmla="val 11429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 Frontier 或记录边界路径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5989320"/>
            <a:ext cx="69951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EF444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注意：boundary_candidate 是在线降分证据，不等于人工确认的最终有效边界。人工审核应在实验结束后统一进行。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OPTIMIZATION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树搜索效率优化：不改判定口径，只缩短关键路径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搜索空间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候选限定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不枚举全部注册算子</a:t>
            </a:r>
            <a:endParaRPr lang="en-US" sz="1240" dirty="0"/>
          </a:p>
        </p:txBody>
      </p:sp>
      <p:sp>
        <p:nvSpPr>
          <p:cNvPr id="5" name="Text 3"/>
          <p:cNvSpPr/>
          <p:nvPr/>
        </p:nvSpPr>
        <p:spPr>
          <a:xfrm>
            <a:off x="2487168" y="1801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98648" y="189280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调度路径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动态分支窗口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 决策先归并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4700016" y="2276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11496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执行形态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step 可回滚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stream 消除阶段屏障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6912864" y="18013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24344" y="1892808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历史收益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yield / time 排序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保留探索比例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9125712" y="227685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37192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状态存储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轻量状态 + 追加式产物</a:t>
            </a:r>
            <a:endParaRPr lang="en-US" sz="1240" dirty="0"/>
          </a:p>
          <a:p>
            <a:pPr algn="ctr" indent="0" marL="0">
              <a:buNone/>
            </a:pPr>
            <a:r>
              <a:rPr lang="en-US" sz="124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compact 保留关键证据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1005840" y="3794760"/>
            <a:ext cx="9966960" cy="530352"/>
          </a:xfrm>
          <a:prstGeom prst="roundRect">
            <a:avLst/>
          </a:prstGeom>
          <a:solidFill>
            <a:srgbClr val="FFF5DB"/>
          </a:solidFill>
          <a:ln>
            <a:solidFill>
              <a:srgbClr val="F5D4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目标：提高 branches_completed / hour 与 boundary_candidates / hour</a:t>
            </a:r>
            <a:endParaRPr lang="en-US" sz="1720" dirty="0"/>
          </a:p>
        </p:txBody>
      </p:sp>
      <p:sp>
        <p:nvSpPr>
          <p:cNvPr id="14" name="Text 12"/>
          <p:cNvSpPr/>
          <p:nvPr/>
        </p:nvSpPr>
        <p:spPr>
          <a:xfrm>
            <a:off x="1005840" y="4709160"/>
            <a:ext cx="10058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窗口扩大提供更多可运行分支，但真实请求并发仍由 Qwen/GPT 请求池限流。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Qwen Judge 完成后立即更新搜索状态；GPT Judge 作为实验评测异步补齐。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状态瘦身避免每个阶段反复复制完整候选、答案、Rubric 与 Judge 结果。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STATE &amp; RECOVERY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状态与恢复：轻量调度状态 + 完整证据产物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Search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轻量调度事实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892040" y="1691640"/>
            <a:ext cx="2148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branch_id / node_id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稳定身份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78240" y="1691640"/>
            <a:ext cx="224028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Append-only Artifacts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完整题目与评测证据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3375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2376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6576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横向产物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branch_results.jsonl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branch_id::artifact_type 幂等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09160" y="36576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纵向产物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vertical_nodes / attempts / edges / paths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66760" y="365760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阶段检查点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generation → validation → rubric → decision → final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10149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恢复原则：已发布阶段不重复调用；在途分支不丢；边界计数不重复增加；Memory 不重复追加；状态版本不兼容时拒绝混写。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POSITIONING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 MCTS 的区别：这是确定性边界证据搜索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当前机制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Router 约束 + 有限深度 + 完整评分闭环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223760" y="15087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EEF1F5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 MCTS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UCT 选择 + Rollout + 价值反向传播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节点选择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423160" y="2816352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确定性 Frontier 顺序 / Router 排名</a:t>
            </a:r>
            <a:endParaRPr lang="en-US" sz="1480" dirty="0"/>
          </a:p>
        </p:txBody>
      </p:sp>
      <p:sp>
        <p:nvSpPr>
          <p:cNvPr id="8" name="Text 6"/>
          <p:cNvSpPr/>
          <p:nvPr/>
        </p:nvSpPr>
        <p:spPr>
          <a:xfrm>
            <a:off x="7406640" y="2816352"/>
            <a:ext cx="3291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UCT / UCB</a:t>
            </a:r>
            <a:endParaRPr lang="en-US" sz="148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评价方式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3410712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真实弱模型回答 + Judge 评分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7406640" y="3410712"/>
            <a:ext cx="3291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模拟收益或价值估计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960120" y="397764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反馈方式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2316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影响后续路由</a:t>
            </a:r>
            <a:endParaRPr lang="en-US" sz="1480" dirty="0"/>
          </a:p>
        </p:txBody>
      </p:sp>
      <p:sp>
        <p:nvSpPr>
          <p:cNvPr id="14" name="Text 12"/>
          <p:cNvSpPr/>
          <p:nvPr/>
        </p:nvSpPr>
        <p:spPr>
          <a:xfrm>
            <a:off x="740664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价值回传祖先节点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960120" y="4572000"/>
            <a:ext cx="1188720" cy="310896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solidFill>
              <a:srgbClr val="D8DEE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4599432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收集多个降分边界候选</a:t>
            </a:r>
            <a:endParaRPr lang="en-US" sz="1480" dirty="0"/>
          </a:p>
        </p:txBody>
      </p:sp>
      <p:sp>
        <p:nvSpPr>
          <p:cNvPr id="17" name="Text 15"/>
          <p:cNvSpPr/>
          <p:nvPr/>
        </p:nvSpPr>
        <p:spPr>
          <a:xfrm>
            <a:off x="7406640" y="4599432"/>
            <a:ext cx="3291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寻找高价值动作或策略</a:t>
            </a:r>
            <a:endParaRPr lang="en-US" sz="1480" dirty="0"/>
          </a:p>
        </p:txBody>
      </p:sp>
      <p:sp>
        <p:nvSpPr>
          <p:cNvPr id="18" name="Text 16"/>
          <p:cNvSpPr/>
          <p:nvPr/>
        </p:nvSpPr>
        <p:spPr>
          <a:xfrm>
            <a:off x="1005840" y="5623560"/>
            <a:ext cx="10149840" cy="502920"/>
          </a:xfrm>
          <a:prstGeom prst="roundRect">
            <a:avLst/>
          </a:prstGeom>
          <a:solidFill>
            <a:srgbClr val="FFF5DB"/>
          </a:solidFill>
          <a:ln>
            <a:solidFill>
              <a:srgbClr val="F5D48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一句话：不是“找全局最优子节点”，而是“在有限预算内收集可审核的降分路径”。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SUMMARY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58368" y="576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汇报主线：从代码结构讲清楚搜索为什么可控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先诊断样本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再路由算子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8892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337560" y="182880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父题内横向展开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兄弟分支独立评测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53212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080760" y="182880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AF8F1"/>
          </a:solidFill>
          <a:ln w="12700">
            <a:solidFill>
              <a:srgbClr val="BFEBD4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只把降分节点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0B9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升级为 Frontier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75320" y="208483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23960" y="1828800"/>
            <a:ext cx="2194560" cy="868680"/>
          </a:xfrm>
          <a:prstGeom prst="roundRect">
            <a:avLst>
              <a:gd name="adj" fmla="val 8421"/>
            </a:avLst>
          </a:prstGeom>
          <a:solidFill>
            <a:srgbClr val="FFF5DB"/>
          </a:solidFill>
          <a:ln w="12700">
            <a:solidFill>
              <a:srgbClr val="F5D489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重新画像路由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探索两算子叠加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100584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结构图重点画“Root → 算子分支 → Frontier → 第二层分支”，不要画成无限递归树。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文字说明重点强调“完整评分闭环”和“直接父子分数比较”，避免误解为简单题面生成。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5D6B8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效率页重点讲清：搜索空间收缩、动态窗口、双 Judge 解耦、状态瘦身，均不改变边界判定口径。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3063240" y="5577840"/>
            <a:ext cx="6126480" cy="585216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2700">
            <a:solidFill>
              <a:srgbClr val="BFD7FF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最终定位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可恢复、可审计、有限深度的能力边界发现系统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Question Evolution · 代码结构与树搜索机制审阅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1137392" y="64282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Evolution 项目代码结构与树搜索优化机制</dc:title>
  <dc:subject>Question Evolution 项目树搜索机制审阅</dc:subject>
  <dc:creator>OpenAI</dc:creator>
  <cp:lastModifiedBy>OpenAI</cp:lastModifiedBy>
  <cp:revision>1</cp:revision>
  <dcterms:created xsi:type="dcterms:W3CDTF">2026-07-29T14:38:27Z</dcterms:created>
  <dcterms:modified xsi:type="dcterms:W3CDTF">2026-07-29T14:38:27Z</dcterms:modified>
</cp:coreProperties>
</file>